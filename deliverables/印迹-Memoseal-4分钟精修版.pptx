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这一页先回答“印迹是什么”。它不是给照片加滤镜，而是把一段旅行加工成一枚数字印章，再进一步进入手帐页、足迹地图和内容传播。现在项目已经完成 PoC 验证和 MVP 主流程打通，接下来要验证的是，它能不能从一个好看的创作工具，长成一个有商业闭环的旅行记忆平台。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我们观察到三件事同时存在。第一，线下集章很有情绪价值，但传播性很弱。第二，旅行照片虽然拍得很多，却很少沉淀成愿意反复翻看的纪念内容。第三，文旅传播真正缺少的是游客自己的故事，而不是标准化介绍。所以印迹抓住的机会，不是做一个更方便的打卡，而是把旅行记忆做成能收藏、能分享、还能进一步转化的内容单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产品方案非常直接。用户先上传旅行照片，AI 把这张照片提炼成一枚带风格的数字印章。接着，印章和地点、日期、文案一起被排进一页数字手帐。每次创作完成后，内容自动落到地图上，成为一条可回顾、可分享、可再编辑的足迹。也就是说，印迹不是停在“生成一张图”，而是把一张图变成完整的内容单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这一页是为了建立可信度。项目不是只有概念稿。后端 PoC 已经支持多风格、多形状、多纹理和透明 PNG 输出；相邻全栈项目也已经把上传、生成、编辑、保存、首页展示和地图展示整条链路跑通。同时，技术实现采用 React 前端、FastAPI 后端，配合 GMI、rembg 和 SQLite 形成了可复用的基础链路。所以现在面对的问题，不是能不能做，而是怎么继续把它验证成真实产品。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印迹的商业化不应该只停留在按次生成收费。更合理的路径是，先把旅行内容做出来，再把内容带入消费。C 端可以承接高级模板、导出和实体周边，B 端可以承接景区数字集章、商家打卡合作和目的地传播内容供给。它的关键不是‘卖一张图’，而是持续积累地点、记忆和审美表达叠加在一起的内容资产。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我们认为现在值得继续做，原因有三个。第一，AI 生成和轻量后处理已经足够成熟。第二，集章、手帐和旅行分享天然连通，场景需求不是硬造出来的。第三，项目已经完成了从 React 前端、FastAPI 后端到首页与地图展示的工程验证，所以进入的是产品验证阶段，而不是单纯的技术实验。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建议时长：40 秒
最后一页讲清楚下一步做什么。我们不会继续停留在做更多 demo，而是进入真实验证阶段。近期先把移动端生成、集册和地图体验做扎实，中期补齐分享卡、模板和时间轴，真正要验证的是能不能跑出种子用户与场景合作。我们本轮需要的，不只是早期资金，也包括文旅和线下商家合作资源，用来验证从内容传播到场景转化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建议时长：20 秒，可选
这一页是备选附录，不一定在 4 分钟主讲里使用。它主要回答一个问题：如果用户回到家以后，还想把旅行内容做得更完整怎么办。答案是用 Web 端承接更重度的编辑和排版，让移动端负责轻创作、Web 端负责深编辑，两者一起把旅行记忆沉淀得更完整。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REFINED DEMO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9536" y="969264"/>
            <a:ext cx="1755648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C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03784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8850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旅行记忆内容平台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841248" y="137160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 Memoseal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41248" y="2029968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把每一段旅行，盖成一枚可收藏、可分享、可传播的数字印章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69748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我们不是在做一个单点图片特效工具，而是在把旅行记忆加工成可持续流动的内容单元：从照片出发，沉淀为印章、手帐页、足迹地图，再进入传播与消费场景。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" y="3977640"/>
            <a:ext cx="4709160" cy="621792"/>
          </a:xfrm>
          <a:prstGeom prst="roundRect">
            <a:avLst>
              <a:gd name="adj" fmla="val 17647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197096"/>
            <a:ext cx="4261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照片 → 印章 → 手帐页 → 足迹地图 → 共享内容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82803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966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印章生成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04288" y="4828032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48966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数字手帐编排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04488" y="4828032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48966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共享足迹地图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9536" y="5504688"/>
            <a:ext cx="4645152" cy="658368"/>
          </a:xfrm>
          <a:prstGeom prst="roundRect">
            <a:avLst>
              <a:gd name="adj" fmla="val 16667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6509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当前阶段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5861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PoC 已验证，MVP 主流程已跑通</a:t>
            </a:r>
            <a:endParaRPr lang="en-US" sz="1400" dirty="0"/>
          </a:p>
        </p:txBody>
      </p:sp>
      <p:pic>
        <p:nvPicPr>
          <p:cNvPr id="24" name="Image 0" descr="/Users/ronggang/code/funcode/yingji/docs/【项目介绍】印迹 Memoseal   -By HaiSnap/images/【项目介绍】印迹 Memoseal   -By HaiSnap-image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877824"/>
            <a:ext cx="4736592" cy="181051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132320" y="2331720"/>
            <a:ext cx="2331720" cy="3950208"/>
          </a:xfrm>
          <a:prstGeom prst="roundRect">
            <a:avLst>
              <a:gd name="adj" fmla="val 4706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6" name="Image 1" descr="/Users/ronggang/code/funcode/yingji/home-mobile-l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14616" y="2414016"/>
            <a:ext cx="2167128" cy="378561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235440" y="2944368"/>
            <a:ext cx="1874520" cy="1627632"/>
          </a:xfrm>
          <a:prstGeom prst="roundRect">
            <a:avLst>
              <a:gd name="adj" fmla="val 6742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8" name="Image 2" descr="/Users/ronggang/code/funcode/yingji/preview-readonly-safe-layou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26880" y="3035808"/>
            <a:ext cx="1700784" cy="144475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9162288" y="4736592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30" name="Image 3" descr="/Users/ronggang/code/funcode/yingji/notebook-shelf-redesign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2016" y="4818888"/>
            <a:ext cx="1792224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PROBLEM / OPPORTUNITY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传统集章有仪式感，但缺少流动性；旅行内容能传播，却缺少纪念形态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机会不在于再做一个打卡工具，而在于把“值得留下来”的旅行记忆做成可以持续流通的内容单元。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93392"/>
            <a:ext cx="2761488" cy="2697480"/>
          </a:xfrm>
          <a:prstGeom prst="roundRect">
            <a:avLst>
              <a:gd name="adj" fmla="val 4068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249424"/>
            <a:ext cx="420624" cy="420624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59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线下集章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27706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8392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强情绪 / 弱传播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2267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纸质印章很有纪念意义，但停留在个人手册里，难以再次被看到、分享和扩散。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1993392"/>
            <a:ext cx="2761488" cy="2697480"/>
          </a:xfrm>
          <a:prstGeom prst="roundRect">
            <a:avLst>
              <a:gd name="adj" fmla="val 4068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249424"/>
            <a:ext cx="420624" cy="420624"/>
          </a:xfrm>
          <a:prstGeom prst="ellipse">
            <a:avLst/>
          </a:prstGeom>
          <a:solidFill>
            <a:srgbClr val="CDA86C"/>
          </a:solidFill>
          <a:ln w="12700">
            <a:solidFill>
              <a:srgbClr val="CDA86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359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旅行照片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27706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8392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高频拍摄 / 低留存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0" y="3246120"/>
            <a:ext cx="2267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旅行中会产生大量照片，但很少被整理成能反复翻看、愿意分享的纪念内容。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1993392"/>
            <a:ext cx="2761488" cy="2697480"/>
          </a:xfrm>
          <a:prstGeom prst="roundRect">
            <a:avLst>
              <a:gd name="adj" fmla="val 4068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249424"/>
            <a:ext cx="420624" cy="420624"/>
          </a:xfrm>
          <a:prstGeom prst="ellipse">
            <a:avLst/>
          </a:prstGeom>
          <a:solidFill>
            <a:srgbClr val="5E7D68"/>
          </a:solidFill>
          <a:ln w="12700">
            <a:solidFill>
              <a:srgbClr val="5E7D6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359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文旅传播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0" y="27706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8392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缺少真实游客视角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98080" y="3246120"/>
            <a:ext cx="2267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景点介绍常常标准化，真正能打动人的，是游客亲身留下的内容和故事。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" y="5138928"/>
            <a:ext cx="10424160" cy="868680"/>
          </a:xfrm>
          <a:prstGeom prst="roundRect">
            <a:avLst>
              <a:gd name="adj" fmla="val 12632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54223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机会：把“景点打卡”升级成“旅行记忆内容化”，让纪念价值、传播价值和消费转化同时成立。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印迹把旅行照片加工成可被收藏、可被传播、可被再次编辑的内容单元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核心链路是：照片 → 印章 → 手帐页 → 足迹地图 → 共享内容。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627632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83794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95728" y="1837944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风格化印章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87952" y="183794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数字手帐页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98464" y="183794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足迹地图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14032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34656" y="183794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共享内容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1" name="Image 0" descr="/Users/ronggang/code/funcode/yingji/home-upload-smal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1832" y="2615184"/>
            <a:ext cx="1975104" cy="32369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上传照片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3832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4" name="Image 1" descr="/Users/ronggang/code/funcode/yingji/deliverables/assets/flow-gener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56432" y="2615184"/>
            <a:ext cx="1975104" cy="32369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3832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生成印章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8978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7" name="Image 2" descr="/Users/ronggang/code/funcode/yingji/deliverables/assets/flow-edi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71032" y="2615184"/>
            <a:ext cx="1975104" cy="323697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8978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编辑成页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4124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C8C0"/>
            </a:solidFill>
            <a:prstDash val="solid"/>
          </a:ln>
        </p:spPr>
      </p:sp>
      <p:pic>
        <p:nvPicPr>
          <p:cNvPr id="30" name="Image 3" descr="/Users/ronggang/code/funcode/yingji/mobile-map-chec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85632" y="2615184"/>
            <a:ext cx="1975104" cy="323697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4124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落点地图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EXECUTION / TECH READINESS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10012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主流程已经在本地全栈跑通，底层技术链路也足够支撑下一阶段验证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当前阶段应被定义为 PoC + 高保真 MVP：产品可演示，技术可复用，下一步重点是验证真实用户与场景。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719072"/>
            <a:ext cx="3858768" cy="4498848"/>
          </a:xfrm>
          <a:prstGeom prst="roundRect">
            <a:avLst>
              <a:gd name="adj" fmla="val 2844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193852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0071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PROOF OF EXECUTION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8992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主流程已跑通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8992" y="292608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81635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后端 PoC 已支持 10 种风格、颜色 / 形状 / 纹理、透明 PNG、去背景与盲盒效果。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3694176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5844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相邻全栈项目已跑通“上传 → 生成 → 编辑 → 预览 → 保存 → 首页展示 → 地图展示”主链路。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8992" y="463600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452628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技术实现采用 React 前端 + FastAPI 后端，配合 GMI、rembg 与 SQLite 完成生成、编辑和持久化。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920240"/>
            <a:ext cx="1783080" cy="3246120"/>
          </a:xfrm>
          <a:prstGeom prst="roundRect">
            <a:avLst>
              <a:gd name="adj" fmla="val 6154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1" name="Image 0" descr="/Users/ronggang/code/funcode/yingji/home-mobile-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5232" y="1993392"/>
            <a:ext cx="1636776" cy="27523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12080" y="482803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首页入口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69480" y="1737360"/>
            <a:ext cx="1874520" cy="3456432"/>
          </a:xfrm>
          <a:prstGeom prst="roundRect">
            <a:avLst>
              <a:gd name="adj" fmla="val 5854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4" name="Image 1" descr="/Users/ronggang/code/funcode/yingji/home-final-che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42632" y="1810512"/>
            <a:ext cx="1728216" cy="29626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69480" y="48554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印迹列表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45752" y="1965960"/>
            <a:ext cx="1755648" cy="3182112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7" name="Image 2" descr="/Users/ronggang/code/funcode/yingji/mobile-map-chec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18904" y="2039112"/>
            <a:ext cx="1609344" cy="2688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445752" y="480974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地图页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138928" y="5394960"/>
            <a:ext cx="6053328" cy="731520"/>
          </a:xfrm>
          <a:prstGeom prst="roundRect">
            <a:avLst>
              <a:gd name="adj" fmla="val 15000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321808" y="559612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321808" y="56647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React 18 + Vite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903720" y="5596128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03720" y="56647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FastAPI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8101584" y="55961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101584" y="56647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GMI + rembg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491472" y="559612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491472" y="56647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SQLite 持久化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BUSINESS LOOP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印迹不是只卖生成次数，而是具备从内容到消费的延展路径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先形成内容，再形成传播，再进入消费与合作，这是它和普通工具型产品最大的区别。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212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 端收入方向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7432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高级模板、字体、导出能力和更完整的手帐创作工具。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3639312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529584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电子印章向贴纸、明信片、徽章、定制橡皮章等实体周边转化。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457200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46227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创作者上传印章模板或样式，形成模板交易与激励生态。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53712" y="1938528"/>
            <a:ext cx="3090672" cy="3401568"/>
          </a:xfrm>
          <a:prstGeom prst="roundRect">
            <a:avLst>
              <a:gd name="adj" fmla="val 3550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22392" y="217627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0D7D2"/>
          </a:solidFill>
          <a:ln w="12700">
            <a:solidFill>
              <a:srgbClr val="E9C8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22448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内容循环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47488" y="2633472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770632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生成印迹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25896" y="3026664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47488" y="3209544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346704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沉淀地图内容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25896" y="360273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47488" y="3785616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922776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触发浏览 / 种草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25896" y="41788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47488" y="4361688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4498848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进入合作与消费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36992" y="19202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22128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 端合作方向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1655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景区 / 文旅局发起数字集章活动，把平台变成线上互动载体。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65592" y="372160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36118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线下商家发布专属印章样式，用户到店打卡生成并收集。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65592" y="4626864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451713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平台沉淀的真实游客足迹与内容，可反向服务目的地传播。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8680" y="5577840"/>
            <a:ext cx="10451592" cy="566928"/>
          </a:xfrm>
          <a:prstGeom prst="roundRect">
            <a:avLst>
              <a:gd name="adj" fmla="val 19355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5769864"/>
            <a:ext cx="9738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平台真正积累的不是单纯图片，而是“地点 + 记忆 + 审美表达”的内容资产。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NOW / WHY IT WORKS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418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为什么是现在，以及为什么这件事做得出来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需求基础、技术窗口和已有工程验证，在这个时间点叠到了一起。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176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与后处理能力成熟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324612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风格化生成、去背景、轻量后处理与异步任务链路已经能稳定支撑 MVP 体验。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2ECE5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2176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88536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场景需求天然连通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88536" y="324612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集章、手帐、旅行分享本来就是天然相连的行为，产品不是在创造需求，而是在重组表达方式。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4F0EA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2176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88936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工程验证已经完成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88936" y="324612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 React 前端、FastAPI 后端到首页与地图展示都已有实现基础，进入的是产品验证阶段，而非技术探索阶段。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5257800"/>
            <a:ext cx="10451592" cy="768096"/>
          </a:xfrm>
          <a:prstGeom prst="roundRect">
            <a:avLst>
              <a:gd name="adj" fmla="val 14286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4864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5549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React 前端已成型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62656" y="54864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55549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FastAPI 后端可复用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83480" y="5486400"/>
            <a:ext cx="1755648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55549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GMI + rembg 已验证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12864" y="5486400"/>
            <a:ext cx="1883664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555498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 / 地图链路已打通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997696" y="54864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97696" y="55549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SQLite 持久化已落地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ROADMAP /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下一步不是继续做 Demo，而是验证“内容传播 + 场景合作”的真实转化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路线图会围绕移动端体验、传播工具和场景试点三件事展开。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847088"/>
            <a:ext cx="6510528" cy="4315968"/>
          </a:xfrm>
          <a:prstGeom prst="roundRect">
            <a:avLst>
              <a:gd name="adj" fmla="val 254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432304"/>
            <a:ext cx="0" cy="2980944"/>
          </a:xfrm>
          <a:prstGeom prst="line">
            <a:avLst/>
          </a:prstGeom>
          <a:noFill/>
          <a:ln w="12700">
            <a:solidFill>
              <a:srgbClr val="E9C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2304288"/>
            <a:ext cx="292608" cy="292608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2249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近期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2494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完善移动端生成、集册和地图核心体验，让主链路更稳定、更顺滑。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25296" y="3364992"/>
            <a:ext cx="292608" cy="292608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310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3101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上线分享卡、模板、时间轴等传播工具，提升留存与二次分享动力。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25296" y="4425696"/>
            <a:ext cx="292608" cy="292608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验证方向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寻找文旅试点、线下商家合作与种子用户冷启动，验证内容到场景的闭环。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1847088"/>
            <a:ext cx="3593592" cy="3767328"/>
          </a:xfrm>
          <a:prstGeom prst="roundRect">
            <a:avLst>
              <a:gd name="adj" fmla="val 3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12140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0D7D2"/>
          </a:solidFill>
          <a:ln w="12700">
            <a:solidFill>
              <a:srgbClr val="E9C8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21899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本轮诉求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65008" y="2779776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670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打磨移动端核心体验，减少从上传到保存的流失。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65008" y="356616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4564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启动内容冷启动，找到愿意持续留下印迹的种子用户。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65008" y="4443984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3342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拿下文旅或商家试点，验证场景合作是否真实成立。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5742432"/>
            <a:ext cx="10451592" cy="530352"/>
          </a:xfrm>
          <a:prstGeom prst="roundRect">
            <a:avLst>
              <a:gd name="adj" fmla="val 20690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91616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寻找早期资金与场景合作资源，用于移动端产品打磨、内容冷启动和文旅试点验证。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APPENDIX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附录｜Web 手帐编辑器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旅行结束后，Web 端更适合做更重的版式编辑，补足移动端轻创作之外的生产力场景。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847088"/>
            <a:ext cx="3749040" cy="4315968"/>
          </a:xfrm>
          <a:prstGeom prst="roundRect">
            <a:avLst>
              <a:gd name="adj" fmla="val 2927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76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为什么保留 Web 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743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适合在旅程结束后做更精细的拖拽排版与内容整理。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367588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566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能承接长文本、更多页面和更完整的纪念册整理需求。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449884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389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主讲时可不展开，只在被追问“后续生产力场景”时使用。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901952"/>
            <a:ext cx="6391656" cy="4187952"/>
          </a:xfrm>
          <a:prstGeom prst="roundRect">
            <a:avLst>
              <a:gd name="adj" fmla="val 2620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19" name="Image 0" descr="/Users/ronggang/code/funcode/yingji/docs/【项目介绍】印迹 Memoseal   -By HaiSnap/images/【项目介绍】印迹 Memoseal   -By HaiSnap-image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93208" y="2121408"/>
            <a:ext cx="598932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Memoseal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印迹 Memoseal 4 分钟投资人路演</dc:title>
  <dc:subject>印迹 Memoseal 4 分钟投资人路演</dc:subject>
  <dc:creator>OpenAI Codex</dc:creator>
  <cp:lastModifiedBy>OpenAI Codex</cp:lastModifiedBy>
  <cp:revision>1</cp:revision>
  <dcterms:created xsi:type="dcterms:W3CDTF">2026-03-28T09:59:36Z</dcterms:created>
  <dcterms:modified xsi:type="dcterms:W3CDTF">2026-03-28T09:59:36Z</dcterms:modified>
</cp:coreProperties>
</file>