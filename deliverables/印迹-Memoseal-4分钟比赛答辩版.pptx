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建议时长：25 秒
大家好，我们的项目叫印迹 Memoseal。它聚焦旅行记录场景，希望把线下集章的仪式感数字化：用户上传旅行照片，AI 生成专属印章，再把它排进一页数字手帐，并沉淀为地图足迹。今天的答辩我主要从问题、方案、技术实现和当前完成度四个部分来讲。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建议时长：30 秒
项目的出发点很简单。第一，线下印章很有纪念意义，但传播性很弱。第二，旅行照片拍得很多，却很难整理成值得反复回看的内容。第三，文旅传播真正缺的是游客自己的故事。所以我们不是单纯做相册，也不是单纯做滤镜，而是想把旅行记忆组织成一种更完整的数字纪念形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建议时长：35 秒
我们的方案不是只让用户得到一枚印章，而是让用户走完一条完整的内容链路：先上传照片，AI 生成风格化印章，再排版成一页数字手帐，最后沉淀到地图里。创新点有三层。第一层是把官方统一印章变成用户专属印章；第二层是把单个图案升级成图文页面；第三层是把本地收藏升级成地图化内容沉淀。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建议时长：40 秒
这一页主要说明项目不是停留在想法层面。我们采用前后端分离架构，前端负责上传、编辑、展示，后端负责印章生成和数据持久化。生成链路里，先通过 GMI Gemini API 做风格化生成，再经过本地增强、去背景、形状遮罩、文字纹理和颜色处理，最后输出透明 PNG 并回到首页和地图展示。这样设计的好处是链路清晰、模块可替换，也方便后续继续迭代。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建议时长：35 秒
这一页是答辩非常关键的证据页。我们已经实现了 10 种风格、6 种颜色和 6 类形状选项，后端能稳定输出透明 PNG。更重要的是，前端已经把上传、生成、编辑、预览、保存以及首页和地图展示全部打通。所以现在这个项目不是只有思路，而是已经能够被完整演示的高保真 MVP。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建议时长：35 秒
从比赛答辩角度，这个项目的价值体现在三层。对个人用户，它解决了旅行记忆如何被留下来的问题；对内容传播，它提供了游客视角的真实内容；对后续应用，它还具备文旅活动、商家打卡和数字转实体的延展空间。所以印迹并不是一个孤立的小功能，而是一条可以继续扩展的产品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建议时长：35 秒
最后总结一下。印迹已经完成了第一阶段验证，下一步会重点继续打磨移动端体验，补齐分享传播工具，并尝试把项目放进真实场景中验证。从答辩角度看，我们希望传达三点：这个问题是明确存在的，我们给出的方案是完整的，而且核心链路已经可以被真实演示。也就是说，它不仅是一个创意，更是一个已经被做出来的产品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建议时长：15 秒，可选
这页附录主要说明后续延展方向。移动端解决的是随时记录，Web 端解决的是更完整的整理与排版。如果评委追问“后续还能怎么做深”，这一页可以作为补充回答。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-685800"/>
            <a:ext cx="2926080" cy="2194560"/>
          </a:xfrm>
          <a:prstGeom prst="ellipse">
            <a:avLst/>
          </a:prstGeom>
          <a:solidFill>
            <a:srgbClr val="F1D8D3">
              <a:alpha val="3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532120"/>
            <a:ext cx="2240280" cy="1783080"/>
          </a:xfrm>
          <a:prstGeom prst="ellipse">
            <a:avLst/>
          </a:prstGeom>
          <a:solidFill>
            <a:srgbClr val="F1D8D3">
              <a:alpha val="2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21792"/>
            <a:ext cx="301752" cy="0"/>
          </a:xfrm>
          <a:prstGeom prst="line">
            <a:avLst/>
          </a:prstGeom>
          <a:noFill/>
          <a:ln w="12700">
            <a:solidFill>
              <a:srgbClr val="C865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4480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COMPETITION DEFENSE EDITION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39319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65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93268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印迹 Memoseal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160934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把旅行照片变成专属印章，再排进一页真正可回看的数字手帐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286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印迹是一款以 AI 生成专属电子印章为核心的旅行记录应用。它希望把线下集章的仪式感带到线上，并进一步形成手帐页、足迹地图和可传播的旅行内容。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9536" y="382219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38907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印章生成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322576" y="3822192"/>
            <a:ext cx="1481328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389077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数字手帐编排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941064" y="3822192"/>
            <a:ext cx="1481328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41064" y="389077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足迹地图沉淀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859536" y="4645152"/>
            <a:ext cx="4553712" cy="1024128"/>
          </a:xfrm>
          <a:prstGeom prst="roundRect">
            <a:avLst>
              <a:gd name="adj" fmla="val 10714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88289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C776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答辩主线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78992" y="519379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问题清晰、方案完整、技术可落地、产品已做出原型</a:t>
            </a:r>
            <a:endParaRPr lang="en-US" sz="1400" dirty="0"/>
          </a:p>
        </p:txBody>
      </p:sp>
      <p:pic>
        <p:nvPicPr>
          <p:cNvPr id="19" name="Image 0" descr="/Users/ronggang/code/funcode/yingji/docs/【项目介绍】印迹 Memoseal   -By HaiSnap/images/【项目介绍】印迹 Memoseal   -By HaiSnap-image-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3952" y="868680"/>
            <a:ext cx="4526280" cy="1700784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876288" y="2331720"/>
            <a:ext cx="2139696" cy="3657600"/>
          </a:xfrm>
          <a:prstGeom prst="roundRect">
            <a:avLst>
              <a:gd name="adj" fmla="val 5128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pic>
        <p:nvPicPr>
          <p:cNvPr id="21" name="Image 1" descr="/Users/ronggang/code/funcode/yingji/memoseal-home-af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49440" y="2404872"/>
            <a:ext cx="1993392" cy="325526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876288" y="5742432"/>
            <a:ext cx="2139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首页与创作入口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9162288" y="2834640"/>
            <a:ext cx="1828800" cy="315468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pic>
        <p:nvPicPr>
          <p:cNvPr id="24" name="Image 2" descr="/Users/ronggang/code/funcode/yingji/notebook-shelf-redesign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35440" y="2907792"/>
            <a:ext cx="1682496" cy="27523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62288" y="5742432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印迹本集合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-685800"/>
            <a:ext cx="2926080" cy="2194560"/>
          </a:xfrm>
          <a:prstGeom prst="ellipse">
            <a:avLst/>
          </a:prstGeom>
          <a:solidFill>
            <a:srgbClr val="F1D8D3">
              <a:alpha val="3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532120"/>
            <a:ext cx="2240280" cy="1783080"/>
          </a:xfrm>
          <a:prstGeom prst="ellipse">
            <a:avLst/>
          </a:prstGeom>
          <a:solidFill>
            <a:srgbClr val="F1D8D3">
              <a:alpha val="2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21792"/>
            <a:ext cx="301752" cy="0"/>
          </a:xfrm>
          <a:prstGeom prst="line">
            <a:avLst/>
          </a:prstGeom>
          <a:noFill/>
          <a:ln w="12700">
            <a:solidFill>
              <a:srgbClr val="C865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4480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BACKGROUND / PAIN POINTS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39319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65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868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我们想解决的不是“怎么拍更多照片”，而是“怎么让旅行记忆留下来”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41248" y="15453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线下集章、旅行拍照和社交分享都存在，但它们之间还没有被真正打通。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901952"/>
            <a:ext cx="2761488" cy="2852928"/>
          </a:xfrm>
          <a:prstGeom prst="roundRect">
            <a:avLst>
              <a:gd name="adj" fmla="val 3974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" y="2176272"/>
            <a:ext cx="438912" cy="438912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45920" y="21945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线下印章很有纪念意义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88136" y="288036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8136" y="294894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有情绪价值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1088136" y="3493008"/>
            <a:ext cx="22128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但它依赖纸质载体，停留在手册里，很难被长期保存、检索和传播。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59936" y="1901952"/>
            <a:ext cx="2761488" cy="2852928"/>
          </a:xfrm>
          <a:prstGeom prst="roundRect">
            <a:avLst>
              <a:gd name="adj" fmla="val 3974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79392" y="2176272"/>
            <a:ext cx="438912" cy="438912"/>
          </a:xfrm>
          <a:prstGeom prst="ellipse">
            <a:avLst/>
          </a:prstGeom>
          <a:solidFill>
            <a:srgbClr val="D8B06A"/>
          </a:solidFill>
          <a:ln w="12700">
            <a:solidFill>
              <a:srgbClr val="D8B06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37176" y="21945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旅行照片拍得很多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79392" y="288036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9392" y="294894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难以整理回看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4279392" y="3493008"/>
            <a:ext cx="22128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照片往往分散在相册里，缺少一种能承载地点、时间与故事的纪念形式。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51192" y="1901952"/>
            <a:ext cx="2761488" cy="2852928"/>
          </a:xfrm>
          <a:prstGeom prst="roundRect">
            <a:avLst>
              <a:gd name="adj" fmla="val 3974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0648" y="2176272"/>
            <a:ext cx="438912" cy="438912"/>
          </a:xfrm>
          <a:prstGeom prst="ellipse">
            <a:avLst/>
          </a:prstGeom>
          <a:solidFill>
            <a:srgbClr val="5E7D68"/>
          </a:solidFill>
          <a:ln w="12700">
            <a:solidFill>
              <a:srgbClr val="5E7D6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0648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28432" y="219456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文旅传播需要真实内容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70648" y="2880360"/>
            <a:ext cx="1298448" cy="347472"/>
          </a:xfrm>
          <a:prstGeom prst="roundRect">
            <a:avLst>
              <a:gd name="adj" fmla="val 21053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0648" y="294894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游客视角稀缺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7470648" y="3493008"/>
            <a:ext cx="22128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景点标准介绍很多，但真正能打动人的，是游客留下的记忆与表达。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8680" y="5230368"/>
            <a:ext cx="10451592" cy="804672"/>
          </a:xfrm>
          <a:prstGeom prst="roundRect">
            <a:avLst>
              <a:gd name="adj" fmla="val 13636"/>
            </a:avLst>
          </a:prstGeom>
          <a:solidFill>
            <a:srgbClr val="F1D8D3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" y="550468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3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因此，印迹要做的是把“照片、印章、文字、地点”整合成一份可以回看、可以分享、可以沉淀的旅行纪念。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-685800"/>
            <a:ext cx="2926080" cy="2194560"/>
          </a:xfrm>
          <a:prstGeom prst="ellipse">
            <a:avLst/>
          </a:prstGeom>
          <a:solidFill>
            <a:srgbClr val="F1D8D3">
              <a:alpha val="3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532120"/>
            <a:ext cx="2240280" cy="1783080"/>
          </a:xfrm>
          <a:prstGeom prst="ellipse">
            <a:avLst/>
          </a:prstGeom>
          <a:solidFill>
            <a:srgbClr val="F1D8D3">
              <a:alpha val="2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21792"/>
            <a:ext cx="301752" cy="0"/>
          </a:xfrm>
          <a:prstGeom prst="line">
            <a:avLst/>
          </a:prstGeom>
          <a:noFill/>
          <a:ln w="12700">
            <a:solidFill>
              <a:srgbClr val="C865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4480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SOLUTION / INNOVATION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39319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65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8686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2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印迹的核心创新：把“生成一枚印章”升级成“沉淀一份旅行内容”</a:t>
            </a:r>
            <a:endParaRPr lang="en-US" sz="2220" dirty="0"/>
          </a:p>
        </p:txBody>
      </p:sp>
      <p:sp>
        <p:nvSpPr>
          <p:cNvPr id="8" name="Text 6"/>
          <p:cNvSpPr/>
          <p:nvPr/>
        </p:nvSpPr>
        <p:spPr>
          <a:xfrm>
            <a:off x="841248" y="15453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同一条链路里同时完成个性化创作、纪念表达和地图化沉淀。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783080"/>
            <a:ext cx="6656832" cy="4370832"/>
          </a:xfrm>
          <a:prstGeom prst="roundRect">
            <a:avLst>
              <a:gd name="adj" fmla="val 2510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299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产品主流程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8992" y="2423160"/>
            <a:ext cx="1463040" cy="3154680"/>
          </a:xfrm>
          <a:prstGeom prst="roundRect">
            <a:avLst>
              <a:gd name="adj" fmla="val 7500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pic>
        <p:nvPicPr>
          <p:cNvPr id="12" name="Image 0" descr="/Users/ronggang/code/funcode/yingji/home-upload-small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52144" y="2496312"/>
            <a:ext cx="1316736" cy="27523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78992" y="533095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上传照片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24912" y="2423160"/>
            <a:ext cx="1463040" cy="3154680"/>
          </a:xfrm>
          <a:prstGeom prst="roundRect">
            <a:avLst>
              <a:gd name="adj" fmla="val 7500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pic>
        <p:nvPicPr>
          <p:cNvPr id="15" name="Image 1" descr="/Users/ronggang/code/funcode/yingji/deliverables/assets/flow-genera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98064" y="2496312"/>
            <a:ext cx="1316736" cy="27523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24912" y="533095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生成印章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370832" y="2423160"/>
            <a:ext cx="1463040" cy="3154680"/>
          </a:xfrm>
          <a:prstGeom prst="roundRect">
            <a:avLst>
              <a:gd name="adj" fmla="val 7500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pic>
        <p:nvPicPr>
          <p:cNvPr id="18" name="Image 2" descr="/Users/ronggang/code/funcode/yingji/deliverables/assets/flow-edito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43984" y="2496312"/>
            <a:ext cx="1316736" cy="27523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70832" y="533095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编辑成页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016752" y="2423160"/>
            <a:ext cx="1298448" cy="3154680"/>
          </a:xfrm>
          <a:prstGeom prst="roundRect">
            <a:avLst>
              <a:gd name="adj" fmla="val 8451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pic>
        <p:nvPicPr>
          <p:cNvPr id="21" name="Image 3" descr="/Users/ronggang/code/funcode/yingji/mobile-map-check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89904" y="2496312"/>
            <a:ext cx="1152144" cy="27523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16752" y="5330952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沉淀地图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2450592" y="38221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776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4096512" y="38221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776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5742432" y="38221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776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7818120" y="1783080"/>
            <a:ext cx="3502152" cy="4370832"/>
          </a:xfrm>
          <a:prstGeom prst="roundRect">
            <a:avLst>
              <a:gd name="adj" fmla="val 3133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065008" y="2029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方案创新点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8065008" y="2706624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229600" y="2596896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从“官方统一印章”变成“用户照片生成的专属印章”。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8065008" y="3538728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229600" y="34290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从“单个图案”变成“印章 + 文案 + 地点 + 日期”的手帐页面。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065008" y="4480560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229600" y="437083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从“本地收藏”变成“地图化足迹”，让记忆能够持续回看和分享。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8065008" y="5468112"/>
            <a:ext cx="2697480" cy="402336"/>
          </a:xfrm>
          <a:prstGeom prst="roundRect">
            <a:avLst>
              <a:gd name="adj" fmla="val 2727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065008" y="5605272"/>
            <a:ext cx="2697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3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创作工具 + 内容载体 + 地图沉淀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-685800"/>
            <a:ext cx="2926080" cy="2194560"/>
          </a:xfrm>
          <a:prstGeom prst="ellipse">
            <a:avLst/>
          </a:prstGeom>
          <a:solidFill>
            <a:srgbClr val="F1D8D3">
              <a:alpha val="3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532120"/>
            <a:ext cx="2240280" cy="1783080"/>
          </a:xfrm>
          <a:prstGeom prst="ellipse">
            <a:avLst/>
          </a:prstGeom>
          <a:solidFill>
            <a:srgbClr val="F1D8D3">
              <a:alpha val="2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21792"/>
            <a:ext cx="301752" cy="0"/>
          </a:xfrm>
          <a:prstGeom prst="line">
            <a:avLst/>
          </a:prstGeom>
          <a:noFill/>
          <a:ln w="12700">
            <a:solidFill>
              <a:srgbClr val="C865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4480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TECHNICAL IMPLEMENTATION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39319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65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8686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技术实现：前后端分离 + AI 生成流水线，保证可迭代、可扩展、可验证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841248" y="15453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技术设计的目标不是炫技，而是让生成、编辑、保存和展示形成一条稳定主链路。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783080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116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印章生成流水线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8992" y="2542032"/>
            <a:ext cx="4882896" cy="493776"/>
          </a:xfrm>
          <a:prstGeom prst="roundRect">
            <a:avLst>
              <a:gd name="adj" fmla="val 22222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" y="2660904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1. AI 风格化生成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61488" y="2633472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F1D8D3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61488" y="270205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53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远程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GMI Gemini API 根据预设提示词生成黑白印章风格图。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1078992" y="3182112"/>
            <a:ext cx="4882896" cy="493776"/>
          </a:xfrm>
          <a:prstGeom prst="roundRect">
            <a:avLst>
              <a:gd name="adj" fmla="val 22222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3300984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2. 对比度增强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61488" y="3273552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61488" y="334213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0" y="3291840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对生成结果做锐化与层次增强，让印章线条更清晰。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1078992" y="3822192"/>
            <a:ext cx="4882896" cy="493776"/>
          </a:xfrm>
          <a:prstGeom prst="roundRect">
            <a:avLst>
              <a:gd name="adj" fmla="val 22222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43584" y="3941064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3. 去背景与形状遮罩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61488" y="3913632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61488" y="398221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74720" y="3931920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通过 rembg 去背景，再叠加圆形、齿边等印章外形。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1078992" y="4462272"/>
            <a:ext cx="4882896" cy="493776"/>
          </a:xfrm>
          <a:prstGeom prst="roundRect">
            <a:avLst>
              <a:gd name="adj" fmla="val 22222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43584" y="4581144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4. 文字、纹理与颜色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61488" y="4553712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61488" y="462229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本地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74720" y="4572000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补充地点文字、印泥颜色、做旧纹理与视觉细节。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1078992" y="5102352"/>
            <a:ext cx="4882896" cy="493776"/>
          </a:xfrm>
          <a:prstGeom prst="roundRect">
            <a:avLst>
              <a:gd name="adj" fmla="val 22222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43584" y="5221224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5. 导出与保存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61488" y="5193792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61488" y="526237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链路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74720" y="5212080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输出透明 PNG，并进入预览、保存到首页和地图展示。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400800" y="1783080"/>
            <a:ext cx="4919472" cy="4526280"/>
          </a:xfrm>
          <a:prstGeom prst="roundRect">
            <a:avLst>
              <a:gd name="adj" fmla="val 2424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20116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系统架构与选型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629400" y="2615184"/>
            <a:ext cx="4443984" cy="475488"/>
          </a:xfrm>
          <a:prstGeom prst="roundRect">
            <a:avLst>
              <a:gd name="adj" fmla="val 23077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269748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D8D3"/>
          </a:solidFill>
          <a:ln w="12700">
            <a:solidFill>
              <a:srgbClr val="F1D8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276606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A53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前端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7818120" y="2743200"/>
            <a:ext cx="2944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React 18 + Vite 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29400" y="3255264"/>
            <a:ext cx="4443984" cy="475488"/>
          </a:xfrm>
          <a:prstGeom prst="roundRect">
            <a:avLst>
              <a:gd name="adj" fmla="val 23077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12280" y="333756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D8D3"/>
          </a:solidFill>
          <a:ln w="12700">
            <a:solidFill>
              <a:srgbClr val="F1D8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340614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A53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后端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7818120" y="3383280"/>
            <a:ext cx="2944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FastAPI + 异步生成任务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29400" y="3895344"/>
            <a:ext cx="4443984" cy="475488"/>
          </a:xfrm>
          <a:prstGeom prst="roundRect">
            <a:avLst>
              <a:gd name="adj" fmla="val 23077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12280" y="397764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D8D3"/>
          </a:solidFill>
          <a:ln w="12700">
            <a:solidFill>
              <a:srgbClr val="F1D8D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12280" y="404622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A53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数据</a:t>
            </a:r>
            <a:endParaRPr lang="en-US" sz="830" dirty="0"/>
          </a:p>
        </p:txBody>
      </p:sp>
      <p:sp>
        <p:nvSpPr>
          <p:cNvPr id="49" name="Text 47"/>
          <p:cNvSpPr/>
          <p:nvPr/>
        </p:nvSpPr>
        <p:spPr>
          <a:xfrm>
            <a:off x="7818120" y="4023360"/>
            <a:ext cx="2944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SQLite / Impression Store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29400" y="4535424"/>
            <a:ext cx="4443984" cy="475488"/>
          </a:xfrm>
          <a:prstGeom prst="roundRect">
            <a:avLst>
              <a:gd name="adj" fmla="val 23077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12280" y="461772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D8D3"/>
          </a:solidFill>
          <a:ln w="12700">
            <a:solidFill>
              <a:srgbClr val="F1D8D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12280" y="468630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A53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外部能力</a:t>
            </a:r>
            <a:endParaRPr lang="en-US" sz="830" dirty="0"/>
          </a:p>
        </p:txBody>
      </p:sp>
      <p:sp>
        <p:nvSpPr>
          <p:cNvPr id="53" name="Text 51"/>
          <p:cNvSpPr/>
          <p:nvPr/>
        </p:nvSpPr>
        <p:spPr>
          <a:xfrm>
            <a:off x="7818120" y="4663440"/>
            <a:ext cx="2944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GMI Gemini API + 高德地图 + rembg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656832" y="54406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56832" y="55092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支持 MOCK_GENERATION 本地联调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8759952" y="5440680"/>
            <a:ext cx="1700784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59952" y="5509260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主流程前后端已打通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-685800"/>
            <a:ext cx="2926080" cy="2194560"/>
          </a:xfrm>
          <a:prstGeom prst="ellipse">
            <a:avLst/>
          </a:prstGeom>
          <a:solidFill>
            <a:srgbClr val="F1D8D3">
              <a:alpha val="3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532120"/>
            <a:ext cx="2240280" cy="1783080"/>
          </a:xfrm>
          <a:prstGeom prst="ellipse">
            <a:avLst/>
          </a:prstGeom>
          <a:solidFill>
            <a:srgbClr val="F1D8D3">
              <a:alpha val="2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21792"/>
            <a:ext cx="301752" cy="0"/>
          </a:xfrm>
          <a:prstGeom prst="line">
            <a:avLst/>
          </a:prstGeom>
          <a:noFill/>
          <a:ln w="12700">
            <a:solidFill>
              <a:srgbClr val="C865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4480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PROGRESS / DEMO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39319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65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8686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3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当前完成度：PoC 已验证，高保真 MVP 主流程已跑通</a:t>
            </a:r>
            <a:endParaRPr lang="en-US" sz="2230" dirty="0"/>
          </a:p>
        </p:txBody>
      </p:sp>
      <p:sp>
        <p:nvSpPr>
          <p:cNvPr id="8" name="Text 6"/>
          <p:cNvSpPr/>
          <p:nvPr/>
        </p:nvSpPr>
        <p:spPr>
          <a:xfrm>
            <a:off x="841248" y="15453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答辩里最重要的一点，是证明项目已经从概念进入可演示状态。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810512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933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65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2340864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已实现印章风格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0" y="1810512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9933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65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2340864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印泥颜色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810512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9933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65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51960" y="2340864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形状选项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0" y="1810512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9933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65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43600" y="2340864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主流程已贯通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68680" y="2880360"/>
            <a:ext cx="3858768" cy="3255264"/>
          </a:xfrm>
          <a:prstGeom prst="roundRect">
            <a:avLst>
              <a:gd name="adj" fmla="val 3371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312724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已完成的关键能力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78992" y="3813048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43584" y="370332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后端支持多风格、多形状、多纹理、透明 PNG 输出和盲盒效果。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78992" y="4709160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43584" y="4599432"/>
            <a:ext cx="2944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前端已打通上传、生成、编辑、预览、保存、首页展示、地图展示链路。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78992" y="5669280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43584" y="5559552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当前可以稳定演示“创作一枚印迹并沉淀到地图”的核心流程。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2944368"/>
            <a:ext cx="1847088" cy="3072384"/>
          </a:xfrm>
          <a:prstGeom prst="roundRect">
            <a:avLst>
              <a:gd name="adj" fmla="val 5941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pic>
        <p:nvPicPr>
          <p:cNvPr id="30" name="Image 0" descr="/Users/ronggang/code/funcode/yingji/home-final-che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93792" y="3017520"/>
            <a:ext cx="1700784" cy="267004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120640" y="5769864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首页列表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150608" y="2944368"/>
            <a:ext cx="1847088" cy="3072384"/>
          </a:xfrm>
          <a:prstGeom prst="roundRect">
            <a:avLst>
              <a:gd name="adj" fmla="val 5941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pic>
        <p:nvPicPr>
          <p:cNvPr id="33" name="Image 1" descr="/Users/ronggang/code/funcode/yingji/preview-readonly-showcase-layou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23760" y="3017520"/>
            <a:ext cx="1700784" cy="267004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150608" y="5769864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手帐预览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9180576" y="2944368"/>
            <a:ext cx="1792224" cy="3072384"/>
          </a:xfrm>
          <a:prstGeom prst="roundRect">
            <a:avLst>
              <a:gd name="adj" fmla="val 6122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pic>
        <p:nvPicPr>
          <p:cNvPr id="36" name="Image 2" descr="/Users/ronggang/code/funcode/yingji/mobile-map-check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53728" y="3017520"/>
            <a:ext cx="1645920" cy="267004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9180576" y="5769864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足迹地图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-685800"/>
            <a:ext cx="2926080" cy="2194560"/>
          </a:xfrm>
          <a:prstGeom prst="ellipse">
            <a:avLst/>
          </a:prstGeom>
          <a:solidFill>
            <a:srgbClr val="F1D8D3">
              <a:alpha val="3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532120"/>
            <a:ext cx="2240280" cy="1783080"/>
          </a:xfrm>
          <a:prstGeom prst="ellipse">
            <a:avLst/>
          </a:prstGeom>
          <a:solidFill>
            <a:srgbClr val="F1D8D3">
              <a:alpha val="2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21792"/>
            <a:ext cx="301752" cy="0"/>
          </a:xfrm>
          <a:prstGeom prst="line">
            <a:avLst/>
          </a:prstGeom>
          <a:noFill/>
          <a:ln w="12700">
            <a:solidFill>
              <a:srgbClr val="C865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4480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VALUE / APPLICATION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39319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65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8686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8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项目价值不只在“生成好看”，而在于把记忆、内容和场景连接起来</a:t>
            </a:r>
            <a:endParaRPr lang="en-US" sz="2180" dirty="0"/>
          </a:p>
        </p:txBody>
      </p:sp>
      <p:sp>
        <p:nvSpPr>
          <p:cNvPr id="8" name="Text 6"/>
          <p:cNvSpPr/>
          <p:nvPr/>
        </p:nvSpPr>
        <p:spPr>
          <a:xfrm>
            <a:off x="841248" y="15453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比赛答辩里，我们更强调这个项目为什么有意义、为什么值得继续做。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810512"/>
            <a:ext cx="3246120" cy="4389120"/>
          </a:xfrm>
          <a:prstGeom prst="roundRect">
            <a:avLst>
              <a:gd name="adj" fmla="val 3380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0848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对个人用户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115568" y="2807208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69748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任何值得纪念的地点，都能被做成自己的专属印章。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15568" y="3675888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56616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照片、文案、地点与日期被组织成完整的数字纪念页。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15568" y="4553712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443984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地图化沉淀让旅行不再只是拍过，而是留下可回看的足迹。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1810512"/>
            <a:ext cx="3246120" cy="4389120"/>
          </a:xfrm>
          <a:prstGeom prst="roundRect">
            <a:avLst>
              <a:gd name="adj" fmla="val 3380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20848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对内容传播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727448" y="2807208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69748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用户留下的不只是照片，而是带故事的旅行内容。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3675888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5661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共享地图让真实游客视角成为一种天然可浏览的内容。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27448" y="4590288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44805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相比标准化景点介绍，这种内容更具种草和传播潜力。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92440" y="1810512"/>
            <a:ext cx="3200400" cy="4389120"/>
          </a:xfrm>
          <a:prstGeom prst="roundRect">
            <a:avLst>
              <a:gd name="adj" fmla="val 3429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9328" y="20848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后续延展空间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39328" y="2807208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26974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电子印章可以进一步转化为贴纸、明信片、徽章等实体周边。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39328" y="3785616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367588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景区、文旅局或商家可以联合发起数字集章与打卡活动。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39328" y="4773168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4663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创作者可以提供模板和样式，逐步形成内容生态。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8680" y="5650992"/>
            <a:ext cx="10424160" cy="530352"/>
          </a:xfrm>
          <a:prstGeom prst="roundRect">
            <a:avLst>
              <a:gd name="adj" fmla="val 20690"/>
            </a:avLst>
          </a:prstGeom>
          <a:solidFill>
            <a:srgbClr val="F1D8D3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" y="5824728"/>
            <a:ext cx="10076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8A53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比赛阶段我们最想证明的是：印迹不仅能做出来，而且有明确的用户价值、内容价值和场景价值。</a:t>
            </a:r>
            <a:endParaRPr lang="en-US" sz="12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-685800"/>
            <a:ext cx="2926080" cy="2194560"/>
          </a:xfrm>
          <a:prstGeom prst="ellipse">
            <a:avLst/>
          </a:prstGeom>
          <a:solidFill>
            <a:srgbClr val="F1D8D3">
              <a:alpha val="3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532120"/>
            <a:ext cx="2240280" cy="1783080"/>
          </a:xfrm>
          <a:prstGeom prst="ellipse">
            <a:avLst/>
          </a:prstGeom>
          <a:solidFill>
            <a:srgbClr val="F1D8D3">
              <a:alpha val="2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21792"/>
            <a:ext cx="301752" cy="0"/>
          </a:xfrm>
          <a:prstGeom prst="line">
            <a:avLst/>
          </a:prstGeom>
          <a:noFill/>
          <a:ln w="12700">
            <a:solidFill>
              <a:srgbClr val="C865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4480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ROADMAP / 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39319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65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8686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从比赛作品走向真实产品，下一步重点是体验打磨、内容传播和场景验证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841248" y="15453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我们已经完成了第一阶段验证，后续将继续把项目做实、做深、做成可试点的产品。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847088"/>
            <a:ext cx="5989320" cy="4297680"/>
          </a:xfrm>
          <a:prstGeom prst="roundRect">
            <a:avLst>
              <a:gd name="adj" fmla="val 255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487168"/>
            <a:ext cx="0" cy="2743200"/>
          </a:xfrm>
          <a:prstGeom prst="line">
            <a:avLst/>
          </a:prstGeom>
          <a:noFill/>
          <a:ln w="12700">
            <a:solidFill>
              <a:srgbClr val="F1D8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5296" y="2377440"/>
            <a:ext cx="292608" cy="292608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92224" y="233172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近期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70632" y="23317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继续优化移动端生成、编辑与保存流程，提升交互稳定性和完成度。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25296" y="3447288"/>
            <a:ext cx="292608" cy="292608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92224" y="34015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中期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70632" y="34015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补齐分享卡、模板、时间轴等功能，提高内容的传播性和回看价值。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25296" y="4517136"/>
            <a:ext cx="292608" cy="292608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92224" y="447141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后续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70632" y="447141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探索文旅试点和线下场景合作，让印迹从作品走向真实使用场景。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0" y="1847088"/>
            <a:ext cx="4160520" cy="4297680"/>
          </a:xfrm>
          <a:prstGeom prst="roundRect">
            <a:avLst>
              <a:gd name="adj" fmla="val 2637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88352" y="21031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答辩总结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388352" y="2807208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269748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问题明确：旅行记忆缺少一种兼具仪式感与传播力的表达方式。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88352" y="3749040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52944" y="36393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方案完整：照片、印章、手帐页和地图足迹形成闭环。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88352" y="4700016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2944" y="459028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实现可信：PoC 与高保真 MVP 已完成，核心链路可演示。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06640" y="5468112"/>
            <a:ext cx="868680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55366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问题清晰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8394192" y="5468112"/>
            <a:ext cx="868680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55366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方案完整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9381744" y="5468112"/>
            <a:ext cx="868680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81744" y="55366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技术落地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10369296" y="5468112"/>
            <a:ext cx="777240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69296" y="553669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具备延展性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-685800"/>
            <a:ext cx="2926080" cy="2194560"/>
          </a:xfrm>
          <a:prstGeom prst="ellipse">
            <a:avLst/>
          </a:prstGeom>
          <a:solidFill>
            <a:srgbClr val="F1D8D3">
              <a:alpha val="3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5532120"/>
            <a:ext cx="2240280" cy="1783080"/>
          </a:xfrm>
          <a:prstGeom prst="ellipse">
            <a:avLst/>
          </a:prstGeom>
          <a:solidFill>
            <a:srgbClr val="F1D8D3">
              <a:alpha val="2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21792"/>
            <a:ext cx="301752" cy="0"/>
          </a:xfrm>
          <a:prstGeom prst="line">
            <a:avLst/>
          </a:prstGeom>
          <a:noFill/>
          <a:ln w="12700">
            <a:solidFill>
              <a:srgbClr val="C865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4480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76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APPENDIX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39319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65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868680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附录｜Web 手帐编辑器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15453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76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如果用户在旅行结束后需要更重度的排版编辑，Web 端可以承接更完整的生产力场景。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847088"/>
            <a:ext cx="3767328" cy="4315968"/>
          </a:xfrm>
          <a:prstGeom prst="roundRect">
            <a:avLst>
              <a:gd name="adj" fmla="val 2913"/>
            </a:avLst>
          </a:prstGeom>
          <a:solidFill>
            <a:srgbClr val="FFFDF9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214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补充说明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97280" y="2816352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270662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移动端更适合轻创作，Web 端更适合细节排版与长内容整理。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3767328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3657600"/>
            <a:ext cx="2788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这意味着印迹后续可以同时覆盖记录、回看和深度编辑三类行为。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4736592"/>
            <a:ext cx="91440" cy="91440"/>
          </a:xfrm>
          <a:prstGeom prst="ellipse">
            <a:avLst/>
          </a:prstGeom>
          <a:solidFill>
            <a:srgbClr val="C8656A"/>
          </a:solidFill>
          <a:ln w="12700">
            <a:solidFill>
              <a:srgbClr val="C8656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462686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本页为备选附录，答辩主讲时可根据时间决定是否展开。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56048" y="1847088"/>
            <a:ext cx="6327648" cy="4315968"/>
          </a:xfrm>
          <a:prstGeom prst="roundRect">
            <a:avLst>
              <a:gd name="adj" fmla="val 2542"/>
            </a:avLst>
          </a:prstGeom>
          <a:solidFill>
            <a:srgbClr val="FBF4ED"/>
          </a:solidFill>
          <a:ln w="12700">
            <a:solidFill>
              <a:srgbClr val="E9DDD2"/>
            </a:solidFill>
            <a:prstDash val="solid"/>
          </a:ln>
        </p:spPr>
      </p:sp>
      <p:pic>
        <p:nvPicPr>
          <p:cNvPr id="18" name="Image 0" descr="/Users/ronggang/code/funcode/yingji/docs/【项目介绍】印迹 Memoseal   -By HaiSnap/images/【项目介绍】印迹 Memoseal   -By HaiSnap-image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75504" y="2084832"/>
            <a:ext cx="5888736" cy="3822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Memoseal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印迹 Memoseal 4 分钟比赛答辩版</dc:title>
  <dc:subject>印迹 Memoseal 4 分钟比赛答辩版</dc:subject>
  <dc:creator>OpenAI Codex</dc:creator>
  <cp:lastModifiedBy>OpenAI Codex</cp:lastModifiedBy>
  <cp:revision>1</cp:revision>
  <dcterms:created xsi:type="dcterms:W3CDTF">2026-03-28T09:47:23Z</dcterms:created>
  <dcterms:modified xsi:type="dcterms:W3CDTF">2026-03-28T09:47:23Z</dcterms:modified>
</cp:coreProperties>
</file>